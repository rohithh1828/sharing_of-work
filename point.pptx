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AEE8E-E3E7-561B-BE80-15D6EF18B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E11E0-B884-24E4-0D9C-FCA12AAA0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A31D5-9C81-BDFE-3E2C-664F8DB2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C08F-216B-4B8E-AE2B-63FAC4158B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6B708-9FE1-E581-3EA5-2FCD589E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7EE59-0CD5-3476-58D5-A40D6017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CD8B0-9260-4843-88E8-2F88742C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A9D4-4695-2F34-CFA7-B5DB26F1E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105E8-D43C-EE02-B335-2CB93018D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8E828-39E4-4B8E-C4FA-51F3A8B2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C08F-216B-4B8E-AE2B-63FAC4158B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5921F-A3B6-059A-B1E6-FB41C753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C7BBD-F72C-513E-6B2A-F5438EB1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CD8B0-9260-4843-88E8-2F88742C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1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05B3-A5D5-CE10-883C-6676BCDD3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30A87-64EF-0930-14A5-7FD8E2316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C289C-181E-2FD1-EF2B-CBB50F3D6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C08F-216B-4B8E-AE2B-63FAC4158B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E0397-C299-79FC-672A-47164197B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A5741-1C10-E7CD-F274-1A5D1C1E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CD8B0-9260-4843-88E8-2F88742C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8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A8728-39B9-057C-7805-FFBC943C7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D087A-7B62-8DB0-532D-8317A74F5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B3EAA-02A2-E04B-2FED-FBDD11AE5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979F4-36AD-BAE4-FA9C-399EF0D08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C08F-216B-4B8E-AE2B-63FAC4158B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00F36-3811-0297-8040-35C93412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7C3AA-F0CF-ED88-D68C-260B70091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CD8B0-9260-4843-88E8-2F88742C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3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F34B-754F-DE96-CB7F-5EAF66276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D88E7-7F3A-5C81-055C-089200203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A6DD5-19EE-1A69-DE93-6E105E44C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05A460-E221-787A-F81B-3D443507AC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FE7CF-3FE0-436E-6549-15EE79F4D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11DCD-DFCA-8278-BA5D-D524CB12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C08F-216B-4B8E-AE2B-63FAC4158B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28872-E012-3BC2-8C11-53B92355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F72FB1-EC3F-F9DF-336F-42C56DF6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CD8B0-9260-4843-88E8-2F88742C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9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45E5-CB13-4FCA-FF09-7500268FC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D8056-F05C-A7BB-FEB8-4FAFB7C3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C08F-216B-4B8E-AE2B-63FAC4158B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F43A5-9460-470B-BB8F-D828E630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20168-2435-5111-D4B2-DE3E9200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CD8B0-9260-4843-88E8-2F88742C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9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4B2C28-BFBC-87C1-9554-4DCD4244A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C08F-216B-4B8E-AE2B-63FAC4158B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98DBC-A2D7-85B9-1525-26810570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DD388-E365-6941-DFED-01FDCC4D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CD8B0-9260-4843-88E8-2F88742C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1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DECF8-FE1E-AD5D-62F5-826BC8D7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2BF79-6365-763A-76E1-369D4AC1D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9A19B-1BBC-1B41-7BE4-469076AD0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3DCD2-D1C4-3E6C-C578-2C71AF28A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C08F-216B-4B8E-AE2B-63FAC4158B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CFC55-D4EE-5BEA-D063-FA9EEB81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AE908-C7F7-630E-9D7A-709C13282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CD8B0-9260-4843-88E8-2F88742C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9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EBA5A-DCF9-91B3-ADA8-4AD36ED5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13B99-3F83-8F50-1278-7F5EC088B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DB045-A02B-ED51-10DD-FD179CA44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C6050-A788-ECBB-0F50-CDB91E17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C08F-216B-4B8E-AE2B-63FAC4158B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51AEF-42E6-848A-C094-66AD2A24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500AF-91B2-62F8-E0E5-B8C6EB17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CD8B0-9260-4843-88E8-2F88742C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5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C6116-553A-917A-D531-2BFF0E76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095AF-A667-7D83-E3DC-D58D1835F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2F291-9108-A8C1-DC9C-1113892DF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C08F-216B-4B8E-AE2B-63FAC4158B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83352-EFBF-CF7A-112D-2737B5F1A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5EE0C-7D9F-E012-CD78-56C96A7C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CD8B0-9260-4843-88E8-2F88742C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29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EB7C6B-DA6F-973D-A6CE-2130D9724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699CD-E965-7700-B957-0AD6F0D0B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8FCCC-C038-D8E3-D9B9-A342F311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C08F-216B-4B8E-AE2B-63FAC4158B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6E85C-4159-2F9A-F613-2144793B9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D5509-E101-3806-2118-6954EBD4C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CD8B0-9260-4843-88E8-2F88742C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7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D755DE-8E71-D5E7-0DA7-EDE7BEAF5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EEF50-994F-F626-BC21-9158752B7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AD2F0-F74F-B5AD-948E-FC703E6229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BC08F-216B-4B8E-AE2B-63FAC4158BF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5D3FB-2291-5116-7218-C4FE7703F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4B38A-1CE0-D04D-F323-CCDEF2CBD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CD8B0-9260-4843-88E8-2F88742CC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0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31827-6B77-ACF6-707F-DC24CA3BA4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 </a:t>
            </a:r>
            <a:r>
              <a:rPr lang="en-US"/>
              <a:t>rohith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2AB96-1422-C433-3EA3-C301EA9192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46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Hi rohith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yanala ganesh reddy</dc:creator>
  <cp:lastModifiedBy>yanala ganesh reddy</cp:lastModifiedBy>
  <cp:revision>1</cp:revision>
  <dcterms:created xsi:type="dcterms:W3CDTF">2026-03-12T06:46:52Z</dcterms:created>
  <dcterms:modified xsi:type="dcterms:W3CDTF">2026-03-12T06:47:00Z</dcterms:modified>
</cp:coreProperties>
</file>